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3" r:id="rId6"/>
    <p:sldId id="259" r:id="rId7"/>
    <p:sldId id="262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1B3C0E-40F0-44F7-BDAC-0EBC0E62FA3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60930072-DF2F-4227-BB70-B4397848E95B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800" b="1" dirty="0"/>
            <a:t>Data Partitioning Approach</a:t>
          </a:r>
          <a:endParaRPr lang="en-US" sz="1800" dirty="0"/>
        </a:p>
      </dgm:t>
    </dgm:pt>
    <dgm:pt modelId="{E31BE2D0-A434-4EBC-8287-297E5E73DAF6}" type="parTrans" cxnId="{7060E519-1AD7-46E2-8699-A4D3397C0C9D}">
      <dgm:prSet/>
      <dgm:spPr/>
      <dgm:t>
        <a:bodyPr/>
        <a:lstStyle/>
        <a:p>
          <a:endParaRPr lang="en-US"/>
        </a:p>
      </dgm:t>
    </dgm:pt>
    <dgm:pt modelId="{B5FEEAA7-D6BC-4069-8F4A-3FDFB6272894}" type="sibTrans" cxnId="{7060E519-1AD7-46E2-8699-A4D3397C0C9D}">
      <dgm:prSet/>
      <dgm:spPr/>
      <dgm:t>
        <a:bodyPr/>
        <a:lstStyle/>
        <a:p>
          <a:endParaRPr lang="en-US"/>
        </a:p>
      </dgm:t>
    </dgm:pt>
    <dgm:pt modelId="{4B1694A2-A8B0-4A52-B2F8-3748DE9CC806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800" dirty="0"/>
            <a:t>Initial Size:</a:t>
          </a:r>
          <a:r>
            <a:rPr lang="en-US" sz="1600" dirty="0"/>
            <a:t> </a:t>
          </a:r>
        </a:p>
        <a:p>
          <a:pPr>
            <a:lnSpc>
              <a:spcPct val="100000"/>
            </a:lnSpc>
            <a:defRPr b="1"/>
          </a:pPr>
          <a:endParaRPr lang="en-US" sz="1400" dirty="0"/>
        </a:p>
        <a:p>
          <a:pPr>
            <a:lnSpc>
              <a:spcPct val="100000"/>
            </a:lnSpc>
            <a:defRPr b="1"/>
          </a:pPr>
          <a:r>
            <a:rPr lang="en-US" sz="1400" dirty="0"/>
            <a:t>120K Rows, 30 Columns</a:t>
          </a:r>
        </a:p>
        <a:p>
          <a:pPr>
            <a:lnSpc>
              <a:spcPct val="100000"/>
            </a:lnSpc>
            <a:defRPr b="1"/>
          </a:pPr>
          <a:r>
            <a:rPr lang="en-US" sz="1400" dirty="0"/>
            <a:t>Classes: </a:t>
          </a:r>
          <a:endParaRPr lang="en-US" sz="1400" b="0" dirty="0"/>
        </a:p>
        <a:p>
          <a:pPr>
            <a:lnSpc>
              <a:spcPct val="100000"/>
            </a:lnSpc>
            <a:defRPr b="1"/>
          </a:pPr>
          <a:r>
            <a:rPr lang="en-US" sz="1400" b="0" dirty="0"/>
            <a:t>1: 44224</a:t>
          </a:r>
        </a:p>
        <a:p>
          <a:pPr>
            <a:lnSpc>
              <a:spcPct val="100000"/>
            </a:lnSpc>
            <a:defRPr b="1"/>
          </a:pPr>
          <a:r>
            <a:rPr lang="en-US" sz="1400" b="0" dirty="0"/>
            <a:t>0: 75166</a:t>
          </a:r>
        </a:p>
      </dgm:t>
    </dgm:pt>
    <dgm:pt modelId="{1723DB6B-BBF3-433B-B286-D8919EE37A5B}" type="parTrans" cxnId="{C54A268D-1E76-4E61-9496-D24C30E6A636}">
      <dgm:prSet/>
      <dgm:spPr/>
      <dgm:t>
        <a:bodyPr/>
        <a:lstStyle/>
        <a:p>
          <a:endParaRPr lang="en-US"/>
        </a:p>
      </dgm:t>
    </dgm:pt>
    <dgm:pt modelId="{06420DFA-6904-4FE3-985A-AC95C9389602}" type="sibTrans" cxnId="{C54A268D-1E76-4E61-9496-D24C30E6A636}">
      <dgm:prSet/>
      <dgm:spPr/>
      <dgm:t>
        <a:bodyPr/>
        <a:lstStyle/>
        <a:p>
          <a:endParaRPr lang="en-US"/>
        </a:p>
      </dgm:t>
    </dgm:pt>
    <dgm:pt modelId="{9A92FDA0-CE27-47A2-93F5-788235969460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800" dirty="0"/>
            <a:t>Dataset Division:</a:t>
          </a:r>
        </a:p>
      </dgm:t>
    </dgm:pt>
    <dgm:pt modelId="{924E6853-FE33-49DD-86C0-F60AB40DA0E0}" type="parTrans" cxnId="{56AB8FE5-4946-4EEF-A0B6-50328D988EDE}">
      <dgm:prSet/>
      <dgm:spPr/>
      <dgm:t>
        <a:bodyPr/>
        <a:lstStyle/>
        <a:p>
          <a:endParaRPr lang="en-US"/>
        </a:p>
      </dgm:t>
    </dgm:pt>
    <dgm:pt modelId="{A84E1C21-FC03-4D34-964E-0D251F87D82B}" type="sibTrans" cxnId="{56AB8FE5-4946-4EEF-A0B6-50328D988EDE}">
      <dgm:prSet/>
      <dgm:spPr/>
      <dgm:t>
        <a:bodyPr/>
        <a:lstStyle/>
        <a:p>
          <a:endParaRPr lang="en-US"/>
        </a:p>
      </dgm:t>
    </dgm:pt>
    <dgm:pt modelId="{4109F984-91DD-4E87-AAE0-D22C617F64A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 dirty="0"/>
            <a:t>90% → Model Development Set</a:t>
          </a:r>
          <a:endParaRPr lang="en-US" sz="1200" dirty="0"/>
        </a:p>
      </dgm:t>
    </dgm:pt>
    <dgm:pt modelId="{D36E2487-C3DC-4F22-AEA8-33A8AE16B7D6}" type="parTrans" cxnId="{94301097-0B01-4058-8558-E4AC69A04A31}">
      <dgm:prSet/>
      <dgm:spPr/>
      <dgm:t>
        <a:bodyPr/>
        <a:lstStyle/>
        <a:p>
          <a:endParaRPr lang="en-US"/>
        </a:p>
      </dgm:t>
    </dgm:pt>
    <dgm:pt modelId="{D87008AC-E926-4D1C-B04D-35792B3DB22C}" type="sibTrans" cxnId="{94301097-0B01-4058-8558-E4AC69A04A31}">
      <dgm:prSet/>
      <dgm:spPr/>
      <dgm:t>
        <a:bodyPr/>
        <a:lstStyle/>
        <a:p>
          <a:endParaRPr lang="en-US"/>
        </a:p>
      </dgm:t>
    </dgm:pt>
    <dgm:pt modelId="{B6981260-EC26-45BF-AC70-73527B82FBFD}">
      <dgm:prSet custT="1"/>
      <dgm:spPr/>
      <dgm:t>
        <a:bodyPr/>
        <a:lstStyle/>
        <a:p>
          <a:r>
            <a:rPr lang="en-US" sz="1200" dirty="0"/>
            <a:t>Used for training and validation</a:t>
          </a:r>
        </a:p>
      </dgm:t>
    </dgm:pt>
    <dgm:pt modelId="{4C2527A5-15C8-41EA-B55F-EA56B662E454}" type="parTrans" cxnId="{DF4A952E-00A3-4988-A1A8-96FD1430C98E}">
      <dgm:prSet/>
      <dgm:spPr/>
      <dgm:t>
        <a:bodyPr/>
        <a:lstStyle/>
        <a:p>
          <a:endParaRPr lang="en-US"/>
        </a:p>
      </dgm:t>
    </dgm:pt>
    <dgm:pt modelId="{F3EF177E-0DC0-4310-87A1-2F34F1C6A05A}" type="sibTrans" cxnId="{DF4A952E-00A3-4988-A1A8-96FD1430C98E}">
      <dgm:prSet/>
      <dgm:spPr/>
      <dgm:t>
        <a:bodyPr/>
        <a:lstStyle/>
        <a:p>
          <a:endParaRPr lang="en-US"/>
        </a:p>
      </dgm:t>
    </dgm:pt>
    <dgm:pt modelId="{55006393-55F4-4DE1-A50A-510F513C41D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 dirty="0"/>
            <a:t>10% → Completely Unseen Data</a:t>
          </a:r>
          <a:endParaRPr lang="en-US" sz="1200" dirty="0"/>
        </a:p>
      </dgm:t>
    </dgm:pt>
    <dgm:pt modelId="{4E017834-59AA-4715-A603-31E6B429E186}" type="parTrans" cxnId="{9A1F40A6-6BCB-48FD-8515-A8FCD798C1BF}">
      <dgm:prSet/>
      <dgm:spPr/>
      <dgm:t>
        <a:bodyPr/>
        <a:lstStyle/>
        <a:p>
          <a:endParaRPr lang="en-US"/>
        </a:p>
      </dgm:t>
    </dgm:pt>
    <dgm:pt modelId="{5C5FBC15-2DA0-40FB-AA3E-F57950F58158}" type="sibTrans" cxnId="{9A1F40A6-6BCB-48FD-8515-A8FCD798C1BF}">
      <dgm:prSet/>
      <dgm:spPr/>
      <dgm:t>
        <a:bodyPr/>
        <a:lstStyle/>
        <a:p>
          <a:endParaRPr lang="en-US"/>
        </a:p>
      </dgm:t>
    </dgm:pt>
    <dgm:pt modelId="{F95099D0-72DE-405E-AE11-BD00DD848447}">
      <dgm:prSet custT="1"/>
      <dgm:spPr/>
      <dgm:t>
        <a:bodyPr/>
        <a:lstStyle/>
        <a:p>
          <a:r>
            <a:rPr lang="en-US" sz="1200" dirty="0"/>
            <a:t>Reserved for final evaluation</a:t>
          </a:r>
        </a:p>
      </dgm:t>
    </dgm:pt>
    <dgm:pt modelId="{4BF0339F-601D-433F-9119-A1F483EFDAC6}" type="parTrans" cxnId="{993E0E36-7EFF-442F-A32F-D9EC855FE914}">
      <dgm:prSet/>
      <dgm:spPr/>
      <dgm:t>
        <a:bodyPr/>
        <a:lstStyle/>
        <a:p>
          <a:endParaRPr lang="en-US"/>
        </a:p>
      </dgm:t>
    </dgm:pt>
    <dgm:pt modelId="{A3A3125A-8A8E-4FF0-992B-0CEACDB4C600}" type="sibTrans" cxnId="{993E0E36-7EFF-442F-A32F-D9EC855FE914}">
      <dgm:prSet/>
      <dgm:spPr/>
      <dgm:t>
        <a:bodyPr/>
        <a:lstStyle/>
        <a:p>
          <a:endParaRPr lang="en-US"/>
        </a:p>
      </dgm:t>
    </dgm:pt>
    <dgm:pt modelId="{78E146DE-7887-4B1C-87D8-0ED158AF4C17}">
      <dgm:prSet custT="1"/>
      <dgm:spPr/>
      <dgm:t>
        <a:bodyPr/>
        <a:lstStyle/>
        <a:p>
          <a:r>
            <a:rPr lang="en-US" sz="1200" dirty="0"/>
            <a:t>Integrated into our </a:t>
          </a:r>
          <a:r>
            <a:rPr lang="en-US" sz="1200" dirty="0" err="1"/>
            <a:t>Streamlit</a:t>
          </a:r>
          <a:r>
            <a:rPr lang="en-US" sz="1200" dirty="0"/>
            <a:t> application</a:t>
          </a:r>
        </a:p>
      </dgm:t>
    </dgm:pt>
    <dgm:pt modelId="{73E7DB19-CF67-49C7-A9C1-D99D7B5B83A3}" type="parTrans" cxnId="{0891A8D6-EB66-41BD-8FFF-F16E66B2E692}">
      <dgm:prSet/>
      <dgm:spPr/>
      <dgm:t>
        <a:bodyPr/>
        <a:lstStyle/>
        <a:p>
          <a:endParaRPr lang="en-US"/>
        </a:p>
      </dgm:t>
    </dgm:pt>
    <dgm:pt modelId="{8B8BB131-D3BC-46C9-B0DA-4586D40F351C}" type="sibTrans" cxnId="{0891A8D6-EB66-41BD-8FFF-F16E66B2E692}">
      <dgm:prSet/>
      <dgm:spPr/>
      <dgm:t>
        <a:bodyPr/>
        <a:lstStyle/>
        <a:p>
          <a:endParaRPr lang="en-US"/>
        </a:p>
      </dgm:t>
    </dgm:pt>
    <dgm:pt modelId="{C2220401-AA94-4039-861D-486F249CFCBE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800" b="1" dirty="0"/>
            <a:t>Inside the 90% Development Set:</a:t>
          </a:r>
          <a:endParaRPr lang="en-US" sz="1800" dirty="0"/>
        </a:p>
      </dgm:t>
    </dgm:pt>
    <dgm:pt modelId="{5AE0AAA9-F46F-4181-A5EA-118B507D175C}" type="parTrans" cxnId="{66E969BE-BD3C-4442-9ADF-C0160208325E}">
      <dgm:prSet/>
      <dgm:spPr/>
      <dgm:t>
        <a:bodyPr/>
        <a:lstStyle/>
        <a:p>
          <a:endParaRPr lang="en-US"/>
        </a:p>
      </dgm:t>
    </dgm:pt>
    <dgm:pt modelId="{D5831C98-F036-4802-9151-7D397FE81076}" type="sibTrans" cxnId="{66E969BE-BD3C-4442-9ADF-C0160208325E}">
      <dgm:prSet/>
      <dgm:spPr/>
      <dgm:t>
        <a:bodyPr/>
        <a:lstStyle/>
        <a:p>
          <a:endParaRPr lang="en-US"/>
        </a:p>
      </dgm:t>
    </dgm:pt>
    <dgm:pt modelId="{50E1DDA0-9746-414D-994F-4727B30A9ED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 dirty="0"/>
            <a:t>Train/Test split:</a:t>
          </a:r>
          <a:r>
            <a:rPr lang="en-US" sz="1200" dirty="0"/>
            <a:t> 80% / 20%</a:t>
          </a:r>
        </a:p>
      </dgm:t>
    </dgm:pt>
    <dgm:pt modelId="{907098BE-732F-407D-843F-174B689C3E82}" type="parTrans" cxnId="{86465707-F3A2-418B-BEA1-41C3696C2E6D}">
      <dgm:prSet/>
      <dgm:spPr/>
      <dgm:t>
        <a:bodyPr/>
        <a:lstStyle/>
        <a:p>
          <a:endParaRPr lang="en-US"/>
        </a:p>
      </dgm:t>
    </dgm:pt>
    <dgm:pt modelId="{2FF06895-65BC-4CCD-954F-610F77530461}" type="sibTrans" cxnId="{86465707-F3A2-418B-BEA1-41C3696C2E6D}">
      <dgm:prSet/>
      <dgm:spPr/>
      <dgm:t>
        <a:bodyPr/>
        <a:lstStyle/>
        <a:p>
          <a:endParaRPr lang="en-US"/>
        </a:p>
      </dgm:t>
    </dgm:pt>
    <dgm:pt modelId="{412203C9-DA8B-4035-9BDD-1499E3ED0CD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 dirty="0"/>
            <a:t>5-Fold Cross-Validation</a:t>
          </a:r>
          <a:endParaRPr lang="en-US" sz="1200" dirty="0"/>
        </a:p>
      </dgm:t>
    </dgm:pt>
    <dgm:pt modelId="{54B71B8C-1A56-4150-B83E-101CDBFD4164}" type="parTrans" cxnId="{8C9F60D2-2EA2-4DEC-BBD9-CB6411C790F3}">
      <dgm:prSet/>
      <dgm:spPr/>
      <dgm:t>
        <a:bodyPr/>
        <a:lstStyle/>
        <a:p>
          <a:endParaRPr lang="en-US"/>
        </a:p>
      </dgm:t>
    </dgm:pt>
    <dgm:pt modelId="{CD124225-7648-478C-A451-51F5A4136AAB}" type="sibTrans" cxnId="{8C9F60D2-2EA2-4DEC-BBD9-CB6411C790F3}">
      <dgm:prSet/>
      <dgm:spPr/>
      <dgm:t>
        <a:bodyPr/>
        <a:lstStyle/>
        <a:p>
          <a:endParaRPr lang="en-US"/>
        </a:p>
      </dgm:t>
    </dgm:pt>
    <dgm:pt modelId="{75E6E049-82E7-4F46-9DF4-71990A6794B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 dirty="0"/>
            <a:t>Stratified splitting</a:t>
          </a:r>
          <a:endParaRPr lang="en-US" sz="1200" dirty="0"/>
        </a:p>
      </dgm:t>
    </dgm:pt>
    <dgm:pt modelId="{B36B8F38-07DF-4A23-A45E-19EA025ACCAA}" type="parTrans" cxnId="{52B2BA4C-11C8-42DB-869D-67DC4AC300D8}">
      <dgm:prSet/>
      <dgm:spPr/>
      <dgm:t>
        <a:bodyPr/>
        <a:lstStyle/>
        <a:p>
          <a:endParaRPr lang="en-US"/>
        </a:p>
      </dgm:t>
    </dgm:pt>
    <dgm:pt modelId="{13A8BCA7-5106-4A9D-9656-05DE370724AD}" type="sibTrans" cxnId="{52B2BA4C-11C8-42DB-869D-67DC4AC300D8}">
      <dgm:prSet/>
      <dgm:spPr/>
      <dgm:t>
        <a:bodyPr/>
        <a:lstStyle/>
        <a:p>
          <a:endParaRPr lang="en-US"/>
        </a:p>
      </dgm:t>
    </dgm:pt>
    <dgm:pt modelId="{27255378-B212-4786-8222-E8B3630D339A}">
      <dgm:prSet custT="1"/>
      <dgm:spPr/>
      <dgm:t>
        <a:bodyPr/>
        <a:lstStyle/>
        <a:p>
          <a:endParaRPr lang="en-US" sz="1200" dirty="0"/>
        </a:p>
      </dgm:t>
    </dgm:pt>
    <dgm:pt modelId="{FD8A4239-2511-481F-BB0A-B8389315F73A}" type="parTrans" cxnId="{475F162C-2508-474B-84CD-2BBBBC4D36E4}">
      <dgm:prSet/>
      <dgm:spPr/>
      <dgm:t>
        <a:bodyPr/>
        <a:lstStyle/>
        <a:p>
          <a:endParaRPr lang="en-US"/>
        </a:p>
      </dgm:t>
    </dgm:pt>
    <dgm:pt modelId="{35F20DC7-2E58-4CDF-BCFD-F37ED28F95F0}" type="sibTrans" cxnId="{475F162C-2508-474B-84CD-2BBBBC4D36E4}">
      <dgm:prSet/>
      <dgm:spPr/>
      <dgm:t>
        <a:bodyPr/>
        <a:lstStyle/>
        <a:p>
          <a:endParaRPr lang="en-US"/>
        </a:p>
      </dgm:t>
    </dgm:pt>
    <dgm:pt modelId="{95EDA772-FFD8-4679-B255-E257C3D27850}" type="pres">
      <dgm:prSet presAssocID="{3D1B3C0E-40F0-44F7-BDAC-0EBC0E62FA3D}" presName="root" presStyleCnt="0">
        <dgm:presLayoutVars>
          <dgm:dir/>
          <dgm:resizeHandles val="exact"/>
        </dgm:presLayoutVars>
      </dgm:prSet>
      <dgm:spPr/>
    </dgm:pt>
    <dgm:pt modelId="{5611EE6B-6F10-4AC9-A4E5-6478ED84D168}" type="pres">
      <dgm:prSet presAssocID="{60930072-DF2F-4227-BB70-B4397848E95B}" presName="compNode" presStyleCnt="0"/>
      <dgm:spPr/>
    </dgm:pt>
    <dgm:pt modelId="{F76895E4-CACC-49F5-BFCF-7F3D36A02A37}" type="pres">
      <dgm:prSet presAssocID="{60930072-DF2F-4227-BB70-B4397848E95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1CD8966-9874-43C5-8A7E-3DC5C7CE4034}" type="pres">
      <dgm:prSet presAssocID="{60930072-DF2F-4227-BB70-B4397848E95B}" presName="iconSpace" presStyleCnt="0"/>
      <dgm:spPr/>
    </dgm:pt>
    <dgm:pt modelId="{3629CB56-9F8D-4A85-AE80-742C912F984C}" type="pres">
      <dgm:prSet presAssocID="{60930072-DF2F-4227-BB70-B4397848E95B}" presName="parTx" presStyleLbl="revTx" presStyleIdx="0" presStyleCnt="8">
        <dgm:presLayoutVars>
          <dgm:chMax val="0"/>
          <dgm:chPref val="0"/>
        </dgm:presLayoutVars>
      </dgm:prSet>
      <dgm:spPr/>
    </dgm:pt>
    <dgm:pt modelId="{55D39FF1-581A-44A0-9E87-768F26316CB7}" type="pres">
      <dgm:prSet presAssocID="{60930072-DF2F-4227-BB70-B4397848E95B}" presName="txSpace" presStyleCnt="0"/>
      <dgm:spPr/>
    </dgm:pt>
    <dgm:pt modelId="{BB4854D2-1F32-449E-8002-D56673D29C15}" type="pres">
      <dgm:prSet presAssocID="{60930072-DF2F-4227-BB70-B4397848E95B}" presName="desTx" presStyleLbl="revTx" presStyleIdx="1" presStyleCnt="8">
        <dgm:presLayoutVars/>
      </dgm:prSet>
      <dgm:spPr/>
    </dgm:pt>
    <dgm:pt modelId="{2D0B59CC-3D10-4E7B-8C5F-828FF2E44A2D}" type="pres">
      <dgm:prSet presAssocID="{B5FEEAA7-D6BC-4069-8F4A-3FDFB6272894}" presName="sibTrans" presStyleCnt="0"/>
      <dgm:spPr/>
    </dgm:pt>
    <dgm:pt modelId="{76517F5C-2422-48E4-A347-1B32579FD323}" type="pres">
      <dgm:prSet presAssocID="{4B1694A2-A8B0-4A52-B2F8-3748DE9CC806}" presName="compNode" presStyleCnt="0"/>
      <dgm:spPr/>
    </dgm:pt>
    <dgm:pt modelId="{EEC67F05-021D-4595-A479-EDBE63C97EC4}" type="pres">
      <dgm:prSet presAssocID="{4B1694A2-A8B0-4A52-B2F8-3748DE9CC80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2C18C589-721B-4C64-87F5-F5C14B0B00F3}" type="pres">
      <dgm:prSet presAssocID="{4B1694A2-A8B0-4A52-B2F8-3748DE9CC806}" presName="iconSpace" presStyleCnt="0"/>
      <dgm:spPr/>
    </dgm:pt>
    <dgm:pt modelId="{BB078B94-E5D0-4884-BC6D-2418ACBA096D}" type="pres">
      <dgm:prSet presAssocID="{4B1694A2-A8B0-4A52-B2F8-3748DE9CC806}" presName="parTx" presStyleLbl="revTx" presStyleIdx="2" presStyleCnt="8">
        <dgm:presLayoutVars>
          <dgm:chMax val="0"/>
          <dgm:chPref val="0"/>
        </dgm:presLayoutVars>
      </dgm:prSet>
      <dgm:spPr/>
    </dgm:pt>
    <dgm:pt modelId="{37A91E21-6DD3-4692-B6CF-49325114C7C2}" type="pres">
      <dgm:prSet presAssocID="{4B1694A2-A8B0-4A52-B2F8-3748DE9CC806}" presName="txSpace" presStyleCnt="0"/>
      <dgm:spPr/>
    </dgm:pt>
    <dgm:pt modelId="{743D2D43-1446-4523-8A28-5FF5E55A755B}" type="pres">
      <dgm:prSet presAssocID="{4B1694A2-A8B0-4A52-B2F8-3748DE9CC806}" presName="desTx" presStyleLbl="revTx" presStyleIdx="3" presStyleCnt="8">
        <dgm:presLayoutVars/>
      </dgm:prSet>
      <dgm:spPr/>
    </dgm:pt>
    <dgm:pt modelId="{6EC44107-D9C1-4EB6-B5C2-B84DB6A5EBD3}" type="pres">
      <dgm:prSet presAssocID="{06420DFA-6904-4FE3-985A-AC95C9389602}" presName="sibTrans" presStyleCnt="0"/>
      <dgm:spPr/>
    </dgm:pt>
    <dgm:pt modelId="{1362891B-7432-4362-B910-BE5CDE139586}" type="pres">
      <dgm:prSet presAssocID="{9A92FDA0-CE27-47A2-93F5-788235969460}" presName="compNode" presStyleCnt="0"/>
      <dgm:spPr/>
    </dgm:pt>
    <dgm:pt modelId="{634F0BAA-6EB6-4C21-8B1B-357383A7A421}" type="pres">
      <dgm:prSet presAssocID="{9A92FDA0-CE27-47A2-93F5-78823596946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F036054-3E8F-4037-9DD8-5C331922A07B}" type="pres">
      <dgm:prSet presAssocID="{9A92FDA0-CE27-47A2-93F5-788235969460}" presName="iconSpace" presStyleCnt="0"/>
      <dgm:spPr/>
    </dgm:pt>
    <dgm:pt modelId="{696D663E-29B6-4384-94B4-85938C17D921}" type="pres">
      <dgm:prSet presAssocID="{9A92FDA0-CE27-47A2-93F5-788235969460}" presName="parTx" presStyleLbl="revTx" presStyleIdx="4" presStyleCnt="8">
        <dgm:presLayoutVars>
          <dgm:chMax val="0"/>
          <dgm:chPref val="0"/>
        </dgm:presLayoutVars>
      </dgm:prSet>
      <dgm:spPr/>
    </dgm:pt>
    <dgm:pt modelId="{951CB2A7-73E4-4276-947F-130D593D97A2}" type="pres">
      <dgm:prSet presAssocID="{9A92FDA0-CE27-47A2-93F5-788235969460}" presName="txSpace" presStyleCnt="0"/>
      <dgm:spPr/>
    </dgm:pt>
    <dgm:pt modelId="{69DB899E-9C03-49AE-AFBE-CC79B70C954E}" type="pres">
      <dgm:prSet presAssocID="{9A92FDA0-CE27-47A2-93F5-788235969460}" presName="desTx" presStyleLbl="revTx" presStyleIdx="5" presStyleCnt="8" custLinFactY="-11101" custLinFactNeighborX="2909" custLinFactNeighborY="-100000">
        <dgm:presLayoutVars/>
      </dgm:prSet>
      <dgm:spPr/>
    </dgm:pt>
    <dgm:pt modelId="{8F4F4D6C-1A4A-4023-B8BA-97B033FEA15E}" type="pres">
      <dgm:prSet presAssocID="{A84E1C21-FC03-4D34-964E-0D251F87D82B}" presName="sibTrans" presStyleCnt="0"/>
      <dgm:spPr/>
    </dgm:pt>
    <dgm:pt modelId="{BDDB354E-1AE2-4CA3-8C1C-327FC0238184}" type="pres">
      <dgm:prSet presAssocID="{C2220401-AA94-4039-861D-486F249CFCBE}" presName="compNode" presStyleCnt="0"/>
      <dgm:spPr/>
    </dgm:pt>
    <dgm:pt modelId="{FDDE1484-5242-497E-9244-6A0929702ACE}" type="pres">
      <dgm:prSet presAssocID="{C2220401-AA94-4039-861D-486F249CFCB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0EA6E0B5-FA93-4326-8466-496E56F8B7DB}" type="pres">
      <dgm:prSet presAssocID="{C2220401-AA94-4039-861D-486F249CFCBE}" presName="iconSpace" presStyleCnt="0"/>
      <dgm:spPr/>
    </dgm:pt>
    <dgm:pt modelId="{63A47C31-E2DF-4A50-A4C6-F260517EE1F7}" type="pres">
      <dgm:prSet presAssocID="{C2220401-AA94-4039-861D-486F249CFCBE}" presName="parTx" presStyleLbl="revTx" presStyleIdx="6" presStyleCnt="8" custLinFactNeighborX="474" custLinFactNeighborY="-2546">
        <dgm:presLayoutVars>
          <dgm:chMax val="0"/>
          <dgm:chPref val="0"/>
        </dgm:presLayoutVars>
      </dgm:prSet>
      <dgm:spPr/>
    </dgm:pt>
    <dgm:pt modelId="{68FE9BDC-5A34-475D-847F-818A2FEB4E5D}" type="pres">
      <dgm:prSet presAssocID="{C2220401-AA94-4039-861D-486F249CFCBE}" presName="txSpace" presStyleCnt="0"/>
      <dgm:spPr/>
    </dgm:pt>
    <dgm:pt modelId="{C3D3553C-9866-4368-899F-2C8BD6D6B429}" type="pres">
      <dgm:prSet presAssocID="{C2220401-AA94-4039-861D-486F249CFCBE}" presName="desTx" presStyleLbl="revTx" presStyleIdx="7" presStyleCnt="8" custLinFactY="-11101" custLinFactNeighborX="474" custLinFactNeighborY="-100000">
        <dgm:presLayoutVars/>
      </dgm:prSet>
      <dgm:spPr/>
    </dgm:pt>
  </dgm:ptLst>
  <dgm:cxnLst>
    <dgm:cxn modelId="{0A0BFF02-0AA4-410D-9A74-5922501D0172}" type="presOf" srcId="{9A92FDA0-CE27-47A2-93F5-788235969460}" destId="{696D663E-29B6-4384-94B4-85938C17D921}" srcOrd="0" destOrd="0" presId="urn:microsoft.com/office/officeart/2018/5/layout/CenteredIconLabelDescriptionList"/>
    <dgm:cxn modelId="{86465707-F3A2-418B-BEA1-41C3696C2E6D}" srcId="{C2220401-AA94-4039-861D-486F249CFCBE}" destId="{50E1DDA0-9746-414D-994F-4727B30A9ED3}" srcOrd="0" destOrd="0" parTransId="{907098BE-732F-407D-843F-174B689C3E82}" sibTransId="{2FF06895-65BC-4CCD-954F-610F77530461}"/>
    <dgm:cxn modelId="{7060E519-1AD7-46E2-8699-A4D3397C0C9D}" srcId="{3D1B3C0E-40F0-44F7-BDAC-0EBC0E62FA3D}" destId="{60930072-DF2F-4227-BB70-B4397848E95B}" srcOrd="0" destOrd="0" parTransId="{E31BE2D0-A434-4EBC-8287-297E5E73DAF6}" sibTransId="{B5FEEAA7-D6BC-4069-8F4A-3FDFB6272894}"/>
    <dgm:cxn modelId="{9753EA1E-68F4-45D7-9AC1-CC926684DA28}" type="presOf" srcId="{F95099D0-72DE-405E-AE11-BD00DD848447}" destId="{69DB899E-9C03-49AE-AFBE-CC79B70C954E}" srcOrd="0" destOrd="4" presId="urn:microsoft.com/office/officeart/2018/5/layout/CenteredIconLabelDescriptionList"/>
    <dgm:cxn modelId="{59276D29-58DA-4254-9358-A7DADE1CD143}" type="presOf" srcId="{4109F984-91DD-4E87-AAE0-D22C617F64A9}" destId="{69DB899E-9C03-49AE-AFBE-CC79B70C954E}" srcOrd="0" destOrd="0" presId="urn:microsoft.com/office/officeart/2018/5/layout/CenteredIconLabelDescriptionList"/>
    <dgm:cxn modelId="{475F162C-2508-474B-84CD-2BBBBC4D36E4}" srcId="{4109F984-91DD-4E87-AAE0-D22C617F64A9}" destId="{27255378-B212-4786-8222-E8B3630D339A}" srcOrd="1" destOrd="0" parTransId="{FD8A4239-2511-481F-BB0A-B8389315F73A}" sibTransId="{35F20DC7-2E58-4CDF-BCFD-F37ED28F95F0}"/>
    <dgm:cxn modelId="{DF4A952E-00A3-4988-A1A8-96FD1430C98E}" srcId="{4109F984-91DD-4E87-AAE0-D22C617F64A9}" destId="{B6981260-EC26-45BF-AC70-73527B82FBFD}" srcOrd="0" destOrd="0" parTransId="{4C2527A5-15C8-41EA-B55F-EA56B662E454}" sibTransId="{F3EF177E-0DC0-4310-87A1-2F34F1C6A05A}"/>
    <dgm:cxn modelId="{CF204A30-DB52-4063-BDF0-3E72F0492B85}" type="presOf" srcId="{75E6E049-82E7-4F46-9DF4-71990A6794B5}" destId="{C3D3553C-9866-4368-899F-2C8BD6D6B429}" srcOrd="0" destOrd="2" presId="urn:microsoft.com/office/officeart/2018/5/layout/CenteredIconLabelDescriptionList"/>
    <dgm:cxn modelId="{993E0E36-7EFF-442F-A32F-D9EC855FE914}" srcId="{55006393-55F4-4DE1-A50A-510F513C41DB}" destId="{F95099D0-72DE-405E-AE11-BD00DD848447}" srcOrd="0" destOrd="0" parTransId="{4BF0339F-601D-433F-9119-A1F483EFDAC6}" sibTransId="{A3A3125A-8A8E-4FF0-992B-0CEACDB4C600}"/>
    <dgm:cxn modelId="{77024F46-1D55-4C96-8121-449DF9A0ECC3}" type="presOf" srcId="{50E1DDA0-9746-414D-994F-4727B30A9ED3}" destId="{C3D3553C-9866-4368-899F-2C8BD6D6B429}" srcOrd="0" destOrd="0" presId="urn:microsoft.com/office/officeart/2018/5/layout/CenteredIconLabelDescriptionList"/>
    <dgm:cxn modelId="{A71A3047-17E7-427C-94C8-A18071B24027}" type="presOf" srcId="{C2220401-AA94-4039-861D-486F249CFCBE}" destId="{63A47C31-E2DF-4A50-A4C6-F260517EE1F7}" srcOrd="0" destOrd="0" presId="urn:microsoft.com/office/officeart/2018/5/layout/CenteredIconLabelDescriptionList"/>
    <dgm:cxn modelId="{52B2BA4C-11C8-42DB-869D-67DC4AC300D8}" srcId="{C2220401-AA94-4039-861D-486F249CFCBE}" destId="{75E6E049-82E7-4F46-9DF4-71990A6794B5}" srcOrd="2" destOrd="0" parTransId="{B36B8F38-07DF-4A23-A45E-19EA025ACCAA}" sibTransId="{13A8BCA7-5106-4A9D-9656-05DE370724AD}"/>
    <dgm:cxn modelId="{CAD43A5A-0D89-4D82-A656-DEDB82BA1A14}" type="presOf" srcId="{78E146DE-7887-4B1C-87D8-0ED158AF4C17}" destId="{69DB899E-9C03-49AE-AFBE-CC79B70C954E}" srcOrd="0" destOrd="5" presId="urn:microsoft.com/office/officeart/2018/5/layout/CenteredIconLabelDescriptionList"/>
    <dgm:cxn modelId="{2EF67982-B2EC-4F0A-85DC-6DDF0BBFDB6A}" type="presOf" srcId="{4B1694A2-A8B0-4A52-B2F8-3748DE9CC806}" destId="{BB078B94-E5D0-4884-BC6D-2418ACBA096D}" srcOrd="0" destOrd="0" presId="urn:microsoft.com/office/officeart/2018/5/layout/CenteredIconLabelDescriptionList"/>
    <dgm:cxn modelId="{C54A268D-1E76-4E61-9496-D24C30E6A636}" srcId="{3D1B3C0E-40F0-44F7-BDAC-0EBC0E62FA3D}" destId="{4B1694A2-A8B0-4A52-B2F8-3748DE9CC806}" srcOrd="1" destOrd="0" parTransId="{1723DB6B-BBF3-433B-B286-D8919EE37A5B}" sibTransId="{06420DFA-6904-4FE3-985A-AC95C9389602}"/>
    <dgm:cxn modelId="{94301097-0B01-4058-8558-E4AC69A04A31}" srcId="{9A92FDA0-CE27-47A2-93F5-788235969460}" destId="{4109F984-91DD-4E87-AAE0-D22C617F64A9}" srcOrd="0" destOrd="0" parTransId="{D36E2487-C3DC-4F22-AEA8-33A8AE16B7D6}" sibTransId="{D87008AC-E926-4D1C-B04D-35792B3DB22C}"/>
    <dgm:cxn modelId="{A97D94A5-2EF6-4915-9683-7D96B10110C7}" type="presOf" srcId="{3D1B3C0E-40F0-44F7-BDAC-0EBC0E62FA3D}" destId="{95EDA772-FFD8-4679-B255-E257C3D27850}" srcOrd="0" destOrd="0" presId="urn:microsoft.com/office/officeart/2018/5/layout/CenteredIconLabelDescriptionList"/>
    <dgm:cxn modelId="{9A1F40A6-6BCB-48FD-8515-A8FCD798C1BF}" srcId="{9A92FDA0-CE27-47A2-93F5-788235969460}" destId="{55006393-55F4-4DE1-A50A-510F513C41DB}" srcOrd="1" destOrd="0" parTransId="{4E017834-59AA-4715-A603-31E6B429E186}" sibTransId="{5C5FBC15-2DA0-40FB-AA3E-F57950F58158}"/>
    <dgm:cxn modelId="{9F22DAA6-B349-49E1-B501-A1A549E37B3C}" type="presOf" srcId="{B6981260-EC26-45BF-AC70-73527B82FBFD}" destId="{69DB899E-9C03-49AE-AFBE-CC79B70C954E}" srcOrd="0" destOrd="1" presId="urn:microsoft.com/office/officeart/2018/5/layout/CenteredIconLabelDescriptionList"/>
    <dgm:cxn modelId="{66E969BE-BD3C-4442-9ADF-C0160208325E}" srcId="{3D1B3C0E-40F0-44F7-BDAC-0EBC0E62FA3D}" destId="{C2220401-AA94-4039-861D-486F249CFCBE}" srcOrd="3" destOrd="0" parTransId="{5AE0AAA9-F46F-4181-A5EA-118B507D175C}" sibTransId="{D5831C98-F036-4802-9151-7D397FE81076}"/>
    <dgm:cxn modelId="{8C9F60D2-2EA2-4DEC-BBD9-CB6411C790F3}" srcId="{C2220401-AA94-4039-861D-486F249CFCBE}" destId="{412203C9-DA8B-4035-9BDD-1499E3ED0CDD}" srcOrd="1" destOrd="0" parTransId="{54B71B8C-1A56-4150-B83E-101CDBFD4164}" sibTransId="{CD124225-7648-478C-A451-51F5A4136AAB}"/>
    <dgm:cxn modelId="{B61318D5-53A9-4994-A4E5-B1839B6A9061}" type="presOf" srcId="{412203C9-DA8B-4035-9BDD-1499E3ED0CDD}" destId="{C3D3553C-9866-4368-899F-2C8BD6D6B429}" srcOrd="0" destOrd="1" presId="urn:microsoft.com/office/officeart/2018/5/layout/CenteredIconLabelDescriptionList"/>
    <dgm:cxn modelId="{0891A8D6-EB66-41BD-8FFF-F16E66B2E692}" srcId="{55006393-55F4-4DE1-A50A-510F513C41DB}" destId="{78E146DE-7887-4B1C-87D8-0ED158AF4C17}" srcOrd="1" destOrd="0" parTransId="{73E7DB19-CF67-49C7-A9C1-D99D7B5B83A3}" sibTransId="{8B8BB131-D3BC-46C9-B0DA-4586D40F351C}"/>
    <dgm:cxn modelId="{4395B2D6-BAD0-4C57-9C7E-9AFE07F8DDFD}" type="presOf" srcId="{60930072-DF2F-4227-BB70-B4397848E95B}" destId="{3629CB56-9F8D-4A85-AE80-742C912F984C}" srcOrd="0" destOrd="0" presId="urn:microsoft.com/office/officeart/2018/5/layout/CenteredIconLabelDescriptionList"/>
    <dgm:cxn modelId="{E1C54FE5-FC3A-4D29-A910-364B010F52B2}" type="presOf" srcId="{27255378-B212-4786-8222-E8B3630D339A}" destId="{69DB899E-9C03-49AE-AFBE-CC79B70C954E}" srcOrd="0" destOrd="2" presId="urn:microsoft.com/office/officeart/2018/5/layout/CenteredIconLabelDescriptionList"/>
    <dgm:cxn modelId="{56AB8FE5-4946-4EEF-A0B6-50328D988EDE}" srcId="{3D1B3C0E-40F0-44F7-BDAC-0EBC0E62FA3D}" destId="{9A92FDA0-CE27-47A2-93F5-788235969460}" srcOrd="2" destOrd="0" parTransId="{924E6853-FE33-49DD-86C0-F60AB40DA0E0}" sibTransId="{A84E1C21-FC03-4D34-964E-0D251F87D82B}"/>
    <dgm:cxn modelId="{49C4F2F9-680A-4609-B152-1FABEB47A046}" type="presOf" srcId="{55006393-55F4-4DE1-A50A-510F513C41DB}" destId="{69DB899E-9C03-49AE-AFBE-CC79B70C954E}" srcOrd="0" destOrd="3" presId="urn:microsoft.com/office/officeart/2018/5/layout/CenteredIconLabelDescriptionList"/>
    <dgm:cxn modelId="{9FD6F692-E3C7-48F0-9BF8-73C8637937E9}" type="presParOf" srcId="{95EDA772-FFD8-4679-B255-E257C3D27850}" destId="{5611EE6B-6F10-4AC9-A4E5-6478ED84D168}" srcOrd="0" destOrd="0" presId="urn:microsoft.com/office/officeart/2018/5/layout/CenteredIconLabelDescriptionList"/>
    <dgm:cxn modelId="{86AE5EC2-65FE-4F6C-A02C-E254D687CEEC}" type="presParOf" srcId="{5611EE6B-6F10-4AC9-A4E5-6478ED84D168}" destId="{F76895E4-CACC-49F5-BFCF-7F3D36A02A37}" srcOrd="0" destOrd="0" presId="urn:microsoft.com/office/officeart/2018/5/layout/CenteredIconLabelDescriptionList"/>
    <dgm:cxn modelId="{764D8D5E-348C-410B-9EDF-98AA3940D5AD}" type="presParOf" srcId="{5611EE6B-6F10-4AC9-A4E5-6478ED84D168}" destId="{01CD8966-9874-43C5-8A7E-3DC5C7CE4034}" srcOrd="1" destOrd="0" presId="urn:microsoft.com/office/officeart/2018/5/layout/CenteredIconLabelDescriptionList"/>
    <dgm:cxn modelId="{D0E95AE1-4B77-4FEF-AB55-882F82CAF559}" type="presParOf" srcId="{5611EE6B-6F10-4AC9-A4E5-6478ED84D168}" destId="{3629CB56-9F8D-4A85-AE80-742C912F984C}" srcOrd="2" destOrd="0" presId="urn:microsoft.com/office/officeart/2018/5/layout/CenteredIconLabelDescriptionList"/>
    <dgm:cxn modelId="{C71C6421-718F-4A73-83C6-F43BC55D6A11}" type="presParOf" srcId="{5611EE6B-6F10-4AC9-A4E5-6478ED84D168}" destId="{55D39FF1-581A-44A0-9E87-768F26316CB7}" srcOrd="3" destOrd="0" presId="urn:microsoft.com/office/officeart/2018/5/layout/CenteredIconLabelDescriptionList"/>
    <dgm:cxn modelId="{343C0951-5BDA-4DCD-A918-6474D16FDAC4}" type="presParOf" srcId="{5611EE6B-6F10-4AC9-A4E5-6478ED84D168}" destId="{BB4854D2-1F32-449E-8002-D56673D29C15}" srcOrd="4" destOrd="0" presId="urn:microsoft.com/office/officeart/2018/5/layout/CenteredIconLabelDescriptionList"/>
    <dgm:cxn modelId="{051A9239-1292-4F68-80BA-5A981AFBFCF3}" type="presParOf" srcId="{95EDA772-FFD8-4679-B255-E257C3D27850}" destId="{2D0B59CC-3D10-4E7B-8C5F-828FF2E44A2D}" srcOrd="1" destOrd="0" presId="urn:microsoft.com/office/officeart/2018/5/layout/CenteredIconLabelDescriptionList"/>
    <dgm:cxn modelId="{D5C6F234-62CA-46C5-A00A-0DCDC6FD1CE8}" type="presParOf" srcId="{95EDA772-FFD8-4679-B255-E257C3D27850}" destId="{76517F5C-2422-48E4-A347-1B32579FD323}" srcOrd="2" destOrd="0" presId="urn:microsoft.com/office/officeart/2018/5/layout/CenteredIconLabelDescriptionList"/>
    <dgm:cxn modelId="{A503090B-A7B9-4886-B589-A91BA470C8C1}" type="presParOf" srcId="{76517F5C-2422-48E4-A347-1B32579FD323}" destId="{EEC67F05-021D-4595-A479-EDBE63C97EC4}" srcOrd="0" destOrd="0" presId="urn:microsoft.com/office/officeart/2018/5/layout/CenteredIconLabelDescriptionList"/>
    <dgm:cxn modelId="{880468A6-EF86-4876-A9FA-92A8519B2DEA}" type="presParOf" srcId="{76517F5C-2422-48E4-A347-1B32579FD323}" destId="{2C18C589-721B-4C64-87F5-F5C14B0B00F3}" srcOrd="1" destOrd="0" presId="urn:microsoft.com/office/officeart/2018/5/layout/CenteredIconLabelDescriptionList"/>
    <dgm:cxn modelId="{576888C3-00F3-4A7E-B22F-A2F246635F0B}" type="presParOf" srcId="{76517F5C-2422-48E4-A347-1B32579FD323}" destId="{BB078B94-E5D0-4884-BC6D-2418ACBA096D}" srcOrd="2" destOrd="0" presId="urn:microsoft.com/office/officeart/2018/5/layout/CenteredIconLabelDescriptionList"/>
    <dgm:cxn modelId="{5A211BF3-A842-4C82-8504-A48355C5134F}" type="presParOf" srcId="{76517F5C-2422-48E4-A347-1B32579FD323}" destId="{37A91E21-6DD3-4692-B6CF-49325114C7C2}" srcOrd="3" destOrd="0" presId="urn:microsoft.com/office/officeart/2018/5/layout/CenteredIconLabelDescriptionList"/>
    <dgm:cxn modelId="{719A414A-D7A3-4B19-BC67-77CC5117A3B3}" type="presParOf" srcId="{76517F5C-2422-48E4-A347-1B32579FD323}" destId="{743D2D43-1446-4523-8A28-5FF5E55A755B}" srcOrd="4" destOrd="0" presId="urn:microsoft.com/office/officeart/2018/5/layout/CenteredIconLabelDescriptionList"/>
    <dgm:cxn modelId="{6E050162-DB7B-491A-BFB2-674E743BDDDD}" type="presParOf" srcId="{95EDA772-FFD8-4679-B255-E257C3D27850}" destId="{6EC44107-D9C1-4EB6-B5C2-B84DB6A5EBD3}" srcOrd="3" destOrd="0" presId="urn:microsoft.com/office/officeart/2018/5/layout/CenteredIconLabelDescriptionList"/>
    <dgm:cxn modelId="{7B3D5018-68FC-42F6-ADD9-9B57629F06B5}" type="presParOf" srcId="{95EDA772-FFD8-4679-B255-E257C3D27850}" destId="{1362891B-7432-4362-B910-BE5CDE139586}" srcOrd="4" destOrd="0" presId="urn:microsoft.com/office/officeart/2018/5/layout/CenteredIconLabelDescriptionList"/>
    <dgm:cxn modelId="{1A22CBC5-295C-4205-BC31-80D92B3A251A}" type="presParOf" srcId="{1362891B-7432-4362-B910-BE5CDE139586}" destId="{634F0BAA-6EB6-4C21-8B1B-357383A7A421}" srcOrd="0" destOrd="0" presId="urn:microsoft.com/office/officeart/2018/5/layout/CenteredIconLabelDescriptionList"/>
    <dgm:cxn modelId="{AE77BE29-73BF-4AF7-A2F5-B8869306DC9F}" type="presParOf" srcId="{1362891B-7432-4362-B910-BE5CDE139586}" destId="{FF036054-3E8F-4037-9DD8-5C331922A07B}" srcOrd="1" destOrd="0" presId="urn:microsoft.com/office/officeart/2018/5/layout/CenteredIconLabelDescriptionList"/>
    <dgm:cxn modelId="{255B1226-AEA2-4A62-9ABA-6946DF7146CB}" type="presParOf" srcId="{1362891B-7432-4362-B910-BE5CDE139586}" destId="{696D663E-29B6-4384-94B4-85938C17D921}" srcOrd="2" destOrd="0" presId="urn:microsoft.com/office/officeart/2018/5/layout/CenteredIconLabelDescriptionList"/>
    <dgm:cxn modelId="{1E2A1E45-AD43-421F-B6B2-FFABCC7CA788}" type="presParOf" srcId="{1362891B-7432-4362-B910-BE5CDE139586}" destId="{951CB2A7-73E4-4276-947F-130D593D97A2}" srcOrd="3" destOrd="0" presId="urn:microsoft.com/office/officeart/2018/5/layout/CenteredIconLabelDescriptionList"/>
    <dgm:cxn modelId="{789742DA-0BC0-4897-8ACA-649192B94521}" type="presParOf" srcId="{1362891B-7432-4362-B910-BE5CDE139586}" destId="{69DB899E-9C03-49AE-AFBE-CC79B70C954E}" srcOrd="4" destOrd="0" presId="urn:microsoft.com/office/officeart/2018/5/layout/CenteredIconLabelDescriptionList"/>
    <dgm:cxn modelId="{74F4433C-1402-4314-A196-11D4BF7C828F}" type="presParOf" srcId="{95EDA772-FFD8-4679-B255-E257C3D27850}" destId="{8F4F4D6C-1A4A-4023-B8BA-97B033FEA15E}" srcOrd="5" destOrd="0" presId="urn:microsoft.com/office/officeart/2018/5/layout/CenteredIconLabelDescriptionList"/>
    <dgm:cxn modelId="{56FA424E-6AAA-413D-A742-224DC19E6BF9}" type="presParOf" srcId="{95EDA772-FFD8-4679-B255-E257C3D27850}" destId="{BDDB354E-1AE2-4CA3-8C1C-327FC0238184}" srcOrd="6" destOrd="0" presId="urn:microsoft.com/office/officeart/2018/5/layout/CenteredIconLabelDescriptionList"/>
    <dgm:cxn modelId="{411DC731-300B-4B81-B146-821EE9C84E64}" type="presParOf" srcId="{BDDB354E-1AE2-4CA3-8C1C-327FC0238184}" destId="{FDDE1484-5242-497E-9244-6A0929702ACE}" srcOrd="0" destOrd="0" presId="urn:microsoft.com/office/officeart/2018/5/layout/CenteredIconLabelDescriptionList"/>
    <dgm:cxn modelId="{00D920A1-ACE3-48CE-9F0D-0BA9F7C4E924}" type="presParOf" srcId="{BDDB354E-1AE2-4CA3-8C1C-327FC0238184}" destId="{0EA6E0B5-FA93-4326-8466-496E56F8B7DB}" srcOrd="1" destOrd="0" presId="urn:microsoft.com/office/officeart/2018/5/layout/CenteredIconLabelDescriptionList"/>
    <dgm:cxn modelId="{6C258B01-F2F1-45FF-A1DD-579240240809}" type="presParOf" srcId="{BDDB354E-1AE2-4CA3-8C1C-327FC0238184}" destId="{63A47C31-E2DF-4A50-A4C6-F260517EE1F7}" srcOrd="2" destOrd="0" presId="urn:microsoft.com/office/officeart/2018/5/layout/CenteredIconLabelDescriptionList"/>
    <dgm:cxn modelId="{B974C6A0-57F4-4FBE-97FB-04FDD1161D01}" type="presParOf" srcId="{BDDB354E-1AE2-4CA3-8C1C-327FC0238184}" destId="{68FE9BDC-5A34-475D-847F-818A2FEB4E5D}" srcOrd="3" destOrd="0" presId="urn:microsoft.com/office/officeart/2018/5/layout/CenteredIconLabelDescriptionList"/>
    <dgm:cxn modelId="{53481F53-3C60-4B7F-B2DC-1892B9AFE238}" type="presParOf" srcId="{BDDB354E-1AE2-4CA3-8C1C-327FC0238184}" destId="{C3D3553C-9866-4368-899F-2C8BD6D6B42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6895E4-CACC-49F5-BFCF-7F3D36A02A37}">
      <dsp:nvSpPr>
        <dsp:cNvPr id="0" name=""/>
        <dsp:cNvSpPr/>
      </dsp:nvSpPr>
      <dsp:spPr>
        <a:xfrm>
          <a:off x="777498" y="179488"/>
          <a:ext cx="825260" cy="7467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29CB56-9F8D-4A85-AE80-742C912F984C}">
      <dsp:nvSpPr>
        <dsp:cNvPr id="0" name=""/>
        <dsp:cNvSpPr/>
      </dsp:nvSpPr>
      <dsp:spPr>
        <a:xfrm>
          <a:off x="11184" y="1071661"/>
          <a:ext cx="2357887" cy="15377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 dirty="0"/>
            <a:t>Data Partitioning Approach</a:t>
          </a:r>
          <a:endParaRPr lang="en-US" sz="1800" kern="1200" dirty="0"/>
        </a:p>
      </dsp:txBody>
      <dsp:txXfrm>
        <a:off x="11184" y="1071661"/>
        <a:ext cx="2357887" cy="1537738"/>
      </dsp:txXfrm>
    </dsp:sp>
    <dsp:sp modelId="{BB4854D2-1F32-449E-8002-D56673D29C15}">
      <dsp:nvSpPr>
        <dsp:cNvPr id="0" name=""/>
        <dsp:cNvSpPr/>
      </dsp:nvSpPr>
      <dsp:spPr>
        <a:xfrm>
          <a:off x="11184" y="2677023"/>
          <a:ext cx="2357887" cy="883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C67F05-021D-4595-A479-EDBE63C97EC4}">
      <dsp:nvSpPr>
        <dsp:cNvPr id="0" name=""/>
        <dsp:cNvSpPr/>
      </dsp:nvSpPr>
      <dsp:spPr>
        <a:xfrm>
          <a:off x="3548016" y="179488"/>
          <a:ext cx="825260" cy="7467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078B94-E5D0-4884-BC6D-2418ACBA096D}">
      <dsp:nvSpPr>
        <dsp:cNvPr id="0" name=""/>
        <dsp:cNvSpPr/>
      </dsp:nvSpPr>
      <dsp:spPr>
        <a:xfrm>
          <a:off x="2781702" y="1071661"/>
          <a:ext cx="2357887" cy="15377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Initial Size:</a:t>
          </a:r>
          <a:r>
            <a:rPr lang="en-US" sz="1600" kern="1200" dirty="0"/>
            <a:t> 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US" sz="1400" kern="1200" dirty="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120K Rows, 30 Columns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Classes: </a:t>
          </a:r>
          <a:endParaRPr lang="en-US" sz="1400" b="0" kern="1200" dirty="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/>
            <a:t>1: 44224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/>
            <a:t>0: 75166</a:t>
          </a:r>
        </a:p>
      </dsp:txBody>
      <dsp:txXfrm>
        <a:off x="2781702" y="1071661"/>
        <a:ext cx="2357887" cy="1537738"/>
      </dsp:txXfrm>
    </dsp:sp>
    <dsp:sp modelId="{743D2D43-1446-4523-8A28-5FF5E55A755B}">
      <dsp:nvSpPr>
        <dsp:cNvPr id="0" name=""/>
        <dsp:cNvSpPr/>
      </dsp:nvSpPr>
      <dsp:spPr>
        <a:xfrm>
          <a:off x="2781702" y="2677023"/>
          <a:ext cx="2357887" cy="883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4F0BAA-6EB6-4C21-8B1B-357383A7A421}">
      <dsp:nvSpPr>
        <dsp:cNvPr id="0" name=""/>
        <dsp:cNvSpPr/>
      </dsp:nvSpPr>
      <dsp:spPr>
        <a:xfrm>
          <a:off x="6318534" y="179488"/>
          <a:ext cx="825260" cy="7467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6D663E-29B6-4384-94B4-85938C17D921}">
      <dsp:nvSpPr>
        <dsp:cNvPr id="0" name=""/>
        <dsp:cNvSpPr/>
      </dsp:nvSpPr>
      <dsp:spPr>
        <a:xfrm>
          <a:off x="5552221" y="1071661"/>
          <a:ext cx="2357887" cy="15377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Dataset Division:</a:t>
          </a:r>
        </a:p>
      </dsp:txBody>
      <dsp:txXfrm>
        <a:off x="5552221" y="1071661"/>
        <a:ext cx="2357887" cy="1537738"/>
      </dsp:txXfrm>
    </dsp:sp>
    <dsp:sp modelId="{69DB899E-9C03-49AE-AFBE-CC79B70C954E}">
      <dsp:nvSpPr>
        <dsp:cNvPr id="0" name=""/>
        <dsp:cNvSpPr/>
      </dsp:nvSpPr>
      <dsp:spPr>
        <a:xfrm>
          <a:off x="5620812" y="1695293"/>
          <a:ext cx="2357887" cy="883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90% → Model Development Set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Used for training and validation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10% → Completely Unseen Data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Reserved for final evaluation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Integrated into our </a:t>
          </a:r>
          <a:r>
            <a:rPr lang="en-US" sz="1200" kern="1200" dirty="0" err="1"/>
            <a:t>Streamlit</a:t>
          </a:r>
          <a:r>
            <a:rPr lang="en-US" sz="1200" kern="1200" dirty="0"/>
            <a:t> application</a:t>
          </a:r>
        </a:p>
      </dsp:txBody>
      <dsp:txXfrm>
        <a:off x="5620812" y="1695293"/>
        <a:ext cx="2357887" cy="883637"/>
      </dsp:txXfrm>
    </dsp:sp>
    <dsp:sp modelId="{FDDE1484-5242-497E-9244-6A0929702ACE}">
      <dsp:nvSpPr>
        <dsp:cNvPr id="0" name=""/>
        <dsp:cNvSpPr/>
      </dsp:nvSpPr>
      <dsp:spPr>
        <a:xfrm>
          <a:off x="9089053" y="179488"/>
          <a:ext cx="825260" cy="7467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A47C31-E2DF-4A50-A4C6-F260517EE1F7}">
      <dsp:nvSpPr>
        <dsp:cNvPr id="0" name=""/>
        <dsp:cNvSpPr/>
      </dsp:nvSpPr>
      <dsp:spPr>
        <a:xfrm>
          <a:off x="8333915" y="1032510"/>
          <a:ext cx="2357887" cy="15377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 dirty="0"/>
            <a:t>Inside the 90% Development Set:</a:t>
          </a:r>
          <a:endParaRPr lang="en-US" sz="1800" kern="1200" dirty="0"/>
        </a:p>
      </dsp:txBody>
      <dsp:txXfrm>
        <a:off x="8333915" y="1032510"/>
        <a:ext cx="2357887" cy="1537738"/>
      </dsp:txXfrm>
    </dsp:sp>
    <dsp:sp modelId="{C3D3553C-9866-4368-899F-2C8BD6D6B429}">
      <dsp:nvSpPr>
        <dsp:cNvPr id="0" name=""/>
        <dsp:cNvSpPr/>
      </dsp:nvSpPr>
      <dsp:spPr>
        <a:xfrm>
          <a:off x="8333915" y="1695293"/>
          <a:ext cx="2357887" cy="883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Train/Test split:</a:t>
          </a:r>
          <a:r>
            <a:rPr lang="en-US" sz="1200" kern="1200" dirty="0"/>
            <a:t> 80% / 20%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5-Fold Cross-Validation</a:t>
          </a:r>
          <a:endParaRPr lang="en-US" sz="1200" kern="1200" dirty="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Stratified splitting</a:t>
          </a:r>
          <a:endParaRPr lang="en-US" sz="1200" kern="1200" dirty="0"/>
        </a:p>
      </dsp:txBody>
      <dsp:txXfrm>
        <a:off x="8333915" y="1695293"/>
        <a:ext cx="2357887" cy="8836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B24150-73FD-4DC1-875E-A8D21B5A93F7}" type="datetimeFigureOut">
              <a:rPr lang="en-US" smtClean="0"/>
              <a:t>06-Mar-26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E6A3F-9D95-44F0-BC2A-EE772C5CC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34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E6A3F-9D95-44F0-BC2A-EE772C5CC4D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712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06-Mar-26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62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06-Mar-26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40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06-Mar-26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367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06-Mar-26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648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06-Mar-26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15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06-Mar-26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707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06-Mar-26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90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06-Mar-26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341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06-Mar-26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66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06-Mar-26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06-Mar-26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06-Mar-26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361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0" r:id="rId6"/>
    <p:sldLayoutId id="2147483686" r:id="rId7"/>
    <p:sldLayoutId id="2147483687" r:id="rId8"/>
    <p:sldLayoutId id="2147483688" r:id="rId9"/>
    <p:sldLayoutId id="2147483689" r:id="rId10"/>
    <p:sldLayoutId id="214748369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8C3D7F-BAC2-53FF-2541-AF7F3E720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507" y="1358671"/>
            <a:ext cx="2843711" cy="149332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Hotel Reservation Cancellation Prediction</a:t>
            </a:r>
          </a:p>
        </p:txBody>
      </p:sp>
      <p:pic>
        <p:nvPicPr>
          <p:cNvPr id="4" name="Picture 3" descr="Hotel bell">
            <a:extLst>
              <a:ext uri="{FF2B5EF4-FFF2-40B4-BE49-F238E27FC236}">
                <a16:creationId xmlns:a16="http://schemas.microsoft.com/office/drawing/2014/main" id="{EF81B42F-6057-C26F-65CB-F7B1B18215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86" r="-1" b="-1"/>
          <a:stretch>
            <a:fillRect/>
          </a:stretch>
        </p:blipFill>
        <p:spPr>
          <a:xfrm>
            <a:off x="-1" y="10"/>
            <a:ext cx="8056345" cy="6857990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1172935"/>
            <a:ext cx="2653318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3105667"/>
            <a:ext cx="26533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AFE3234E-A2E0-4CC4-D353-B058DD182F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3569" y="3761014"/>
            <a:ext cx="3228520" cy="2215407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dirty="0">
                <a:latin typeface="Univers Condensed (Headings)"/>
              </a:rPr>
              <a:t>Research and Modeling by</a:t>
            </a:r>
          </a:p>
          <a:p>
            <a:endParaRPr lang="en-US" dirty="0">
              <a:latin typeface="Univers Condensed (Headings)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>
                <a:latin typeface="Univers Condensed (Headings)"/>
              </a:rPr>
              <a:t>Thanos Chronopoulos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>
                <a:latin typeface="Univers Condensed (Headings)"/>
              </a:rPr>
              <a:t>Andreas Gabriel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>
                <a:latin typeface="Univers Condensed (Headings)"/>
              </a:rPr>
              <a:t>Filippos Georgiopoulos</a:t>
            </a:r>
          </a:p>
          <a:p>
            <a:endParaRPr lang="en-US" dirty="0">
              <a:latin typeface="Univers Condensed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1589397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CF4621-80EF-5F92-45AA-EB2DAE2F7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Dataset characteristics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271AD3-E21A-FF6B-74E7-94F46B70C7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9702873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7540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384DC-E21F-F86C-29F7-8F381DFB9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9" y="1177348"/>
            <a:ext cx="3330906" cy="34410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900" dirty="0"/>
              <a:t>correlation heatmap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73E6D3-9192-6AFF-4EE9-D4BECDBEB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67" y="863602"/>
            <a:ext cx="7009906" cy="5279178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043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008E9-2ABA-FF18-F252-9CCD823B6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770" y="5852162"/>
            <a:ext cx="5965190" cy="7468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Feature correlations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5A19657-0DD0-FD8A-4EC1-837C6A8B76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995" r="15251" b="2"/>
          <a:stretch>
            <a:fillRect/>
          </a:stretch>
        </p:blipFill>
        <p:spPr>
          <a:xfrm>
            <a:off x="2332371" y="406400"/>
            <a:ext cx="7527258" cy="5196474"/>
          </a:xfrm>
          <a:prstGeom prst="rect">
            <a:avLst/>
          </a:prstGeom>
        </p:spPr>
      </p:pic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69770" y="5719083"/>
            <a:ext cx="8229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817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E901D5-EBB4-3DDA-5D90-23A73D20B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9" y="1177348"/>
            <a:ext cx="3330906" cy="34410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Correlations with the target variable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733FE4F-0F24-12F8-A729-3CABDBED4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009879"/>
            <a:ext cx="7297087" cy="360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567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9E2684-F33C-762D-5D70-1A4578D0E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9" y="1177348"/>
            <a:ext cx="3330906" cy="344106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3600"/>
              <a:t>Baseline model performance</a:t>
            </a:r>
            <a:br>
              <a:rPr lang="en-US" sz="3600"/>
            </a:br>
            <a:br>
              <a:rPr lang="en-US" sz="3600"/>
            </a:br>
            <a:r>
              <a:rPr lang="en-US" sz="3600"/>
              <a:t>randomforest, catboost and xgboost are the top performers</a:t>
            </a:r>
            <a:endParaRPr lang="en-US" sz="36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3187403D-BB6A-EF43-6D3C-F429570E43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088" y="982980"/>
            <a:ext cx="7437437" cy="488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37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751DB-5BF3-2F13-5CB6-394DC19A8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Top 30 Features Retained by MRMR</a:t>
            </a:r>
            <a:endParaRPr lang="en-US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80EAD8B-D28C-D38B-DD28-054AB23AD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274" y="723901"/>
            <a:ext cx="678395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082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361CC6-7756-8E87-71B9-0B60A6EE5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769" y="5852162"/>
            <a:ext cx="8278283" cy="7468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Compare all 9 Tuned models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F32E8C0-68D8-F5C9-B158-FE13AC2FA5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13140" y="439372"/>
            <a:ext cx="10591800" cy="5163501"/>
          </a:xfrm>
          <a:prstGeom prst="rect">
            <a:avLst/>
          </a:prstGeom>
        </p:spPr>
      </p:pic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69770" y="5719083"/>
            <a:ext cx="8229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A5BB068-CD82-C94D-9560-EDF38D9BE4B7}"/>
              </a:ext>
            </a:extLst>
          </p:cNvPr>
          <p:cNvSpPr txBox="1"/>
          <p:nvPr/>
        </p:nvSpPr>
        <p:spPr>
          <a:xfrm>
            <a:off x="8944965" y="2705508"/>
            <a:ext cx="3073015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+mj-lt"/>
              </a:rPr>
              <a:t>We have selected the </a:t>
            </a:r>
            <a:r>
              <a:rPr lang="en-US" sz="1050" b="1" dirty="0">
                <a:latin typeface="+mj-lt"/>
              </a:rPr>
              <a:t>Random Forest F1-Tuned </a:t>
            </a:r>
            <a:r>
              <a:rPr lang="en-US" sz="1050" dirty="0">
                <a:latin typeface="+mj-lt"/>
              </a:rPr>
              <a:t>and the </a:t>
            </a:r>
            <a:r>
              <a:rPr lang="en-US" sz="1050" b="1" dirty="0" err="1">
                <a:latin typeface="+mj-lt"/>
              </a:rPr>
              <a:t>CatBoost</a:t>
            </a:r>
            <a:r>
              <a:rPr lang="en-US" sz="1050" b="1" dirty="0">
                <a:latin typeface="+mj-lt"/>
              </a:rPr>
              <a:t> F2-Tuned </a:t>
            </a:r>
            <a:r>
              <a:rPr lang="en-US" sz="1050" dirty="0">
                <a:latin typeface="+mj-lt"/>
              </a:rPr>
              <a:t>as the two champion models to offer the business distinct operational modes:</a:t>
            </a:r>
          </a:p>
          <a:p>
            <a:endParaRPr lang="en-US" sz="1050" dirty="0">
              <a:latin typeface="+mj-lt"/>
            </a:endParaRPr>
          </a:p>
          <a:p>
            <a:r>
              <a:rPr lang="en-US" sz="1050" dirty="0">
                <a:latin typeface="+mj-lt"/>
              </a:rPr>
              <a:t>The Random Forest F1 is the most robust choice for automated systems, ensuring that guests are not incorrectly flagged and inconvenienced by "False Alarms".</a:t>
            </a:r>
          </a:p>
          <a:p>
            <a:endParaRPr lang="en-US" sz="1050" dirty="0">
              <a:latin typeface="+mj-lt"/>
            </a:endParaRPr>
          </a:p>
          <a:p>
            <a:r>
              <a:rPr lang="en-US" sz="1050" dirty="0">
                <a:latin typeface="+mj-lt"/>
              </a:rPr>
              <a:t>The </a:t>
            </a:r>
            <a:r>
              <a:rPr lang="en-US" sz="1050" dirty="0" err="1">
                <a:latin typeface="+mj-lt"/>
              </a:rPr>
              <a:t>CatBoost</a:t>
            </a:r>
            <a:r>
              <a:rPr lang="en-US" sz="1050" dirty="0">
                <a:latin typeface="+mj-lt"/>
              </a:rPr>
              <a:t> F2 serves as an aggressive "Safety Net" for revenue protection. It is optimized to minimize missed cancellations, making it ideal for proactive outreach or inventory overbooking during high-demand periods.</a:t>
            </a:r>
          </a:p>
        </p:txBody>
      </p:sp>
    </p:spTree>
    <p:extLst>
      <p:ext uri="{BB962C8B-B14F-4D97-AF65-F5344CB8AC3E}">
        <p14:creationId xmlns:p14="http://schemas.microsoft.com/office/powerpoint/2010/main" val="13712280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207</Words>
  <Application>Microsoft Office PowerPoint</Application>
  <PresentationFormat>Widescreen</PresentationFormat>
  <Paragraphs>36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Calisto MT</vt:lpstr>
      <vt:lpstr>Univers Condensed</vt:lpstr>
      <vt:lpstr>Univers Condensed (Headings)</vt:lpstr>
      <vt:lpstr>ChronicleVTI</vt:lpstr>
      <vt:lpstr>Hotel Reservation Cancellation Prediction</vt:lpstr>
      <vt:lpstr>Dataset characteristics</vt:lpstr>
      <vt:lpstr>correlation heatmap</vt:lpstr>
      <vt:lpstr>Feature correlations</vt:lpstr>
      <vt:lpstr>Correlations with the target variable</vt:lpstr>
      <vt:lpstr>Baseline model performance  randomforest, catboost and xgboost are the top performers</vt:lpstr>
      <vt:lpstr>Top 30 Features Retained by MRMR</vt:lpstr>
      <vt:lpstr>Compare all 9 Tuned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Gabriel</dc:creator>
  <cp:lastModifiedBy>Andreas Gabriel</cp:lastModifiedBy>
  <cp:revision>11</cp:revision>
  <dcterms:created xsi:type="dcterms:W3CDTF">2026-02-28T12:26:37Z</dcterms:created>
  <dcterms:modified xsi:type="dcterms:W3CDTF">2026-03-05T23:02:32Z</dcterms:modified>
</cp:coreProperties>
</file>